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47A1"/>
                </a:solidFill>
              </a:rPr>
              <a:t>SALESTORM — Flash Sale at 500k req/s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100 units, 10,000 concurrent Buy clicks, 500k req/s peak</a:t>
            </a:r>
          </a:p>
          <a:p>
            <a:pPr>
              <a:spcAft>
                <a:spcPts val="1000"/>
              </a:spcAft>
              <a:defRPr sz="1900"/>
            </a:pPr>
            <a:r>
              <a:t>• Goals: zero overselling, exactly-once charge, orders survive a 30 s outage</a:t>
            </a:r>
          </a:p>
          <a:p>
            <a:pPr>
              <a:spcAft>
                <a:spcPts val="1000"/>
              </a:spcAft>
              <a:defRPr sz="1900"/>
            </a:pPr>
            <a:r>
              <a:t>• Our unique factor: the Cache-Hit Ladder</a:t>
            </a:r>
          </a:p>
          <a:p>
            <a:pPr>
              <a:spcAft>
                <a:spcPts val="1000"/>
              </a:spcAft>
              <a:defRPr sz="1900"/>
            </a:pPr>
            <a:r>
              <a:t>• “Caches can say NO. Only the database can say YES.”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47A1"/>
                </a:solidFill>
              </a:rPr>
              <a:t>The Cache-Hit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L0 Browser: debounce Buy, cache static assets</a:t>
            </a:r>
          </a:p>
          <a:p>
            <a:pPr>
              <a:spcAft>
                <a:spcPts val="1000"/>
              </a:spcAft>
              <a:defRPr sz="1900"/>
            </a:pPr>
            <a:r>
              <a:t>• L1 CDN: serves pages + SOLD_OUT flag at the edge</a:t>
            </a:r>
          </a:p>
          <a:p>
            <a:pPr>
              <a:spcAft>
                <a:spcPts val="1000"/>
              </a:spcAft>
              <a:defRPr sz="1900"/>
            </a:pPr>
            <a:r>
              <a:t>• L2 In-process cache: product + sold-out flag per pod</a:t>
            </a:r>
          </a:p>
          <a:p>
            <a:pPr>
              <a:spcAft>
                <a:spcPts val="1000"/>
              </a:spcAft>
              <a:defRPr sz="1900"/>
            </a:pPr>
            <a:r>
              <a:t>• L3 Redis: 100 admission tokens + idempotency records</a:t>
            </a:r>
          </a:p>
          <a:p>
            <a:pPr>
              <a:spcAft>
                <a:spcPts val="1000"/>
              </a:spcAft>
              <a:defRPr sz="1900"/>
            </a:pPr>
            <a:r>
              <a:t>• L4 Postgres: the only place a unit is actually sold</a:t>
            </a:r>
          </a:p>
        </p:txBody>
      </p:sp>
      <p:pic>
        <p:nvPicPr>
          <p:cNvPr id="4" name="Picture 3" descr="hl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3291840" cy="5191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47A1"/>
                </a:solidFill>
              </a:rPr>
              <a:t>Concurrency: no overselling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Redis pool of 100 tokens admits at most 100 buyers to the DB</a:t>
            </a:r>
          </a:p>
          <a:p>
            <a:pPr>
              <a:spcAft>
                <a:spcPts val="1000"/>
              </a:spcAft>
              <a:defRPr sz="1900"/>
            </a:pPr>
            <a:r>
              <a:t>• Each unit is a row; claim with SELECT … FOR UPDATE SKIP LOCKED</a:t>
            </a:r>
          </a:p>
          <a:p>
            <a:pPr>
              <a:spcAft>
                <a:spcPts val="1000"/>
              </a:spcAft>
              <a:defRPr sz="1900"/>
            </a:pPr>
            <a:r>
              <a:t>• UNIQUE(sale_id, customer_id) = one unit per customer</a:t>
            </a:r>
          </a:p>
          <a:p>
            <a:pPr>
              <a:spcAft>
                <a:spcPts val="1000"/>
              </a:spcAft>
              <a:defRPr sz="1900"/>
            </a:pPr>
            <a:r>
              <a:t>• 5-min reservation TTL, fencing version beats late-payment races</a:t>
            </a:r>
          </a:p>
          <a:p>
            <a:pPr>
              <a:spcAft>
                <a:spcPts val="1000"/>
              </a:spcAft>
              <a:defRPr sz="1900"/>
            </a:pPr>
            <a:r>
              <a:t>• Pessimistic on the hot rows, optimistic elsewhere (ADR-008)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47A1"/>
                </a:solidFill>
              </a:rPr>
              <a:t>Payment &amp; Order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Idempotency-Key + business key: duplicates replay the same result</a:t>
            </a:r>
          </a:p>
          <a:p>
            <a:pPr>
              <a:spcAft>
                <a:spcPts val="1000"/>
              </a:spcAft>
              <a:defRPr sz="1900"/>
            </a:pPr>
            <a:r>
              <a:t>• Authorize at checkout, capture only after the order is safe</a:t>
            </a:r>
          </a:p>
          <a:p>
            <a:pPr>
              <a:spcAft>
                <a:spcPts val="1000"/>
              </a:spcAft>
              <a:defRPr sz="1900"/>
            </a:pPr>
            <a:r>
              <a:t>• Transactional outbox → Kafka → Order Service (saga)</a:t>
            </a:r>
          </a:p>
          <a:p>
            <a:pPr>
              <a:spcAft>
                <a:spcPts val="1000"/>
              </a:spcAft>
              <a:defRPr sz="1900"/>
            </a:pPr>
            <a:r>
              <a:t>• Order Service down 30 s: events wait in outbox, retried, none lost</a:t>
            </a:r>
          </a:p>
          <a:p>
            <a:pPr>
              <a:spcAft>
                <a:spcPts val="1000"/>
              </a:spcAft>
              <a:defRPr sz="1900"/>
            </a:pPr>
            <a:r>
              <a:t>• Payment failure: release unit back to pool, void auth</a:t>
            </a:r>
          </a:p>
        </p:txBody>
      </p:sp>
      <p:pic>
        <p:nvPicPr>
          <p:cNvPr id="4" name="Picture 3" descr="seq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94960" cy="5374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47A1"/>
                </a:solidFill>
              </a:rPr>
              <a:t>LLD &amp; SOLID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Facade: Checkout Orchestrator; Strategy: allocation; Adapter: payment gateway</a:t>
            </a:r>
          </a:p>
          <a:p>
            <a:pPr>
              <a:spcAft>
                <a:spcPts val="1000"/>
              </a:spcAft>
              <a:defRPr sz="1900"/>
            </a:pPr>
            <a:r>
              <a:t>• State pattern for Reservation and Order lifecycles</a:t>
            </a:r>
          </a:p>
          <a:p>
            <a:pPr>
              <a:spcAft>
                <a:spcPts val="1000"/>
              </a:spcAft>
              <a:defRPr sz="1900"/>
            </a:pPr>
            <a:r>
              <a:t>• Repository + Unit of Work around Postgres</a:t>
            </a:r>
          </a:p>
          <a:p>
            <a:pPr>
              <a:spcAft>
                <a:spcPts val="1000"/>
              </a:spcAft>
              <a:defRPr sz="1900"/>
            </a:pPr>
            <a:r>
              <a:t>• Circuit Breaker + Retry with backoff on gateway</a:t>
            </a:r>
          </a:p>
          <a:p>
            <a:pPr>
              <a:spcAft>
                <a:spcPts val="1000"/>
              </a:spcAft>
              <a:defRPr sz="1900"/>
            </a:pPr>
            <a:r>
              <a:t>• Each service depends on interfaces (DIP), one reason to change (SRP)</a:t>
            </a:r>
          </a:p>
        </p:txBody>
      </p:sp>
      <p:pic>
        <p:nvPicPr>
          <p:cNvPr id="4" name="Picture 3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94960" cy="17893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47A1"/>
                </a:solidFill>
              </a:rPr>
              <a:t>Proof: we simulated the test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10,200 requests incl. 200 duplicates, 5% payment failures, 30 s Order outage</a:t>
            </a:r>
          </a:p>
          <a:p>
            <a:pPr>
              <a:spcAft>
                <a:spcPts val="1000"/>
              </a:spcAft>
              <a:defRPr sz="1900"/>
            </a:pPr>
            <a:r>
              <a:t>• Sold exactly 100, max 1 charge per customer</a:t>
            </a:r>
          </a:p>
          <a:p>
            <a:pPr>
              <a:spcAft>
                <a:spcPts val="1000"/>
              </a:spcAft>
              <a:defRPr sz="1900"/>
            </a:pPr>
            <a:r>
              <a:t>• 7 failed payments → 6 units resold to others</a:t>
            </a:r>
          </a:p>
          <a:p>
            <a:pPr>
              <a:spcAft>
                <a:spcPts val="1000"/>
              </a:spcAft>
              <a:defRPr sz="1900"/>
            </a:pPr>
            <a:r>
              <a:t>• 100 orders created after outage recovered</a:t>
            </a:r>
          </a:p>
          <a:p>
            <a:pPr>
              <a:spcAft>
                <a:spcPts val="1000"/>
              </a:spcAft>
              <a:defRPr sz="1900"/>
            </a:pPr>
            <a:r>
              <a:t>• 415 invariant checks, 0 violations</a:t>
            </a:r>
          </a:p>
        </p:txBody>
      </p:sp>
      <p:pic>
        <p:nvPicPr>
          <p:cNvPr id="4" name="Picture 3" descr="tier_absor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57784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47A1"/>
                </a:solidFill>
              </a:rPr>
              <a:t>Naive vs our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Naive stock counter under the same load: sold 650 (oversold by 550)</a:t>
            </a:r>
          </a:p>
          <a:p>
            <a:pPr>
              <a:spcAft>
                <a:spcPts val="1000"/>
              </a:spcAft>
              <a:defRPr sz="1900"/>
            </a:pPr>
            <a:r>
              <a:t>• Our design: sold exactly 100</a:t>
            </a:r>
          </a:p>
          <a:p>
            <a:pPr>
              <a:spcAft>
                <a:spcPts val="1000"/>
              </a:spcAft>
              <a:defRPr sz="1900"/>
            </a:pPr>
            <a:r>
              <a:t>• Only 107 of 10,200 requests ever touched the database</a:t>
            </a:r>
          </a:p>
        </p:txBody>
      </p:sp>
      <p:pic>
        <p:nvPicPr>
          <p:cNvPr id="4" name="Picture 3" descr="naive_vs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47A1"/>
                </a:solidFill>
              </a:rPr>
              <a:t>Scale &amp; stress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500k req/s absorbed mostly at CDN; DB sees ~100s of writes</a:t>
            </a:r>
          </a:p>
          <a:p>
            <a:pPr>
              <a:spcAft>
                <a:spcPts val="1000"/>
              </a:spcAft>
              <a:defRPr sz="1900"/>
            </a:pPr>
            <a:r>
              <a:t>• Redis down → fall back to DB SKIP LOCKED with stricter rate limit</a:t>
            </a:r>
          </a:p>
          <a:p>
            <a:pPr>
              <a:spcAft>
                <a:spcPts val="1000"/>
              </a:spcAft>
              <a:defRPr sz="1900"/>
            </a:pPr>
            <a:r>
              <a:t>• Gateway slow → circuit breaker, queue in waiting room</a:t>
            </a:r>
          </a:p>
          <a:p>
            <a:pPr>
              <a:spcAft>
                <a:spcPts val="1000"/>
              </a:spcAft>
              <a:defRPr sz="1900"/>
            </a:pPr>
            <a:r>
              <a:t>• Order Service down → outbox buffers; reconciliation worker heals</a:t>
            </a:r>
          </a:p>
          <a:p>
            <a:pPr>
              <a:spcAft>
                <a:spcPts val="1000"/>
              </a:spcAft>
              <a:defRPr sz="1900"/>
            </a:pPr>
            <a:r>
              <a:t>• Observability: tier hit-rate, oversell invariant alarm, payment lag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D47A1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Repo: github.com/sivaangayarkanni/SalesStrom-Ecommerce-platform</a:t>
            </a:r>
          </a:p>
          <a:p>
            <a:pPr>
              <a:spcAft>
                <a:spcPts val="1000"/>
              </a:spcAft>
              <a:defRPr sz="1900"/>
            </a:pPr>
            <a:r>
              <a:t>• HLD, LLD, DB, API, ADRs, simulation and load tests all included</a:t>
            </a:r>
          </a:p>
          <a:p>
            <a:pPr>
              <a:spcAft>
                <a:spcPts val="1000"/>
              </a:spcAft>
              <a:defRPr sz="1900"/>
            </a:pPr>
            <a:r>
              <a:t>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