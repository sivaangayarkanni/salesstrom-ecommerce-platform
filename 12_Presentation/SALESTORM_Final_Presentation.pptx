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4" name="Oval 3"/>
          <p:cNvSpPr/>
          <p:nvPr/>
        </p:nvSpPr>
        <p:spPr>
          <a:xfrm>
            <a:off x="-914400" y="4206240"/>
            <a:ext cx="7315200" cy="73152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-2286000"/>
            <a:ext cx="5486400" cy="54864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SYSCRAFTERS 2026  ·  SYSTEM DESIGN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Segoe UI"/>
              </a:rPr>
              <a:t>SALESTORM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9AA8C2"/>
                </a:solidFill>
                <a:latin typeface="Segoe UI"/>
              </a:rPr>
              <a:t>Selling exactly 100 units to 10,000 buyers in one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Caches can say </a:t>
            </a:r>
            <a:r>
              <a:rPr sz="2200" b="1">
                <a:solidFill>
                  <a:srgbClr val="EF4444"/>
                </a:solidFill>
                <a:latin typeface="Segoe UI"/>
              </a:rPr>
              <a:t>NO</a:t>
            </a:r>
            <a:r>
              <a:rPr sz="2200" b="0">
                <a:solidFill>
                  <a:srgbClr val="FFFFFF"/>
                </a:solidFill>
                <a:latin typeface="Segoe UI"/>
              </a:rPr>
              <a:t>. Only the database can say </a:t>
            </a:r>
            <a:r>
              <a:rPr sz="2200" b="1">
                <a:solidFill>
                  <a:srgbClr val="10B981"/>
                </a:solidFill>
                <a:latin typeface="Segoe UI"/>
              </a:rPr>
              <a:t>YES</a:t>
            </a:r>
            <a:r>
              <a:rPr sz="2200" b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226771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Cache-Hit Ladder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82112" y="45720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0 oversold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9472" y="4572000"/>
            <a:ext cx="2624328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Exactly-once charge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457200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Survives 30 s outage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14630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units in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508760"/>
            <a:ext cx="82296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10,000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buyers click at once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508760"/>
            <a:ext cx="82296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500k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requests / s at peak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508760"/>
            <a:ext cx="82296" cy="14630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F4444"/>
                </a:solidFill>
                <a:latin typeface="Segoe UI"/>
              </a:rPr>
              <a:t>30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Order Service outage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5440680" cy="28346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91840"/>
            <a:ext cx="54406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56432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Hard guarantees (must never break)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5074920" cy="2148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sell unit #101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charge a customer twice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lose a paid order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One unit per customer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291840"/>
            <a:ext cx="5440680" cy="28346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291840"/>
            <a:ext cx="54406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456432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Test case we designed for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86200"/>
            <a:ext cx="5074920" cy="2148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95% payments succeed, 5% fail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2% duplicate requests (double clicks, retries)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Order Service down for 30 s mid-sale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10k req/s normal, 500k req/s peak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Our unique factor: the Cache-Hit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88136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536192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Countdown, assets, Buy debounce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3B82F6"/>
                </a:solidFill>
                <a:latin typeface="Segoe UI"/>
              </a:rPr>
              <a:t>blocks repeat clicks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395728"/>
            <a:ext cx="1005840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2395728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395728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39" y="24688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CDN + WAF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280720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Product pages + SOLD_OUT flag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395728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9,921 answered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328416"/>
            <a:ext cx="923544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463040" y="3328416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328416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40156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In-process cache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39896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Hot product &amp; sold-out flag per pod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328416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Segoe UI"/>
              </a:rPr>
              <a:t>163 answered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4261104"/>
            <a:ext cx="841248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74519" y="4261104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74519" y="4261104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334256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4672584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100 admission tokens + idempotency keys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261104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A78BFA"/>
                </a:solidFill>
                <a:latin typeface="Segoe UI"/>
              </a:rPr>
              <a:t>7 rejected · 2 replayed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93792"/>
            <a:ext cx="758952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93792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5193792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266944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Postgres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5605272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Unit rows · SKIP LOCKED · UNIQUE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193792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"/>
              </a:rPr>
              <a:t>107 reached → 100 sold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Each tier can only say NO. The only YES is a committed Postgres transaction — so caches make it fast, and the database keeps it correct.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High-level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443" y="1435607"/>
            <a:ext cx="5848633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· C4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System context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493776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ystem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03174"/>
            <a:ext cx="4718304" cy="267461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0" y="1325880"/>
            <a:ext cx="59436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1860448"/>
            <a:ext cx="5724144" cy="3960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NO OVERSELLING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Concurrency: how one click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864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curr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8976"/>
            <a:ext cx="5266943" cy="466300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32588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34924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Redis token pool =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Atomic DECR admits at most 100 buyers to the database. Everyone else gets SOLD OUT in milliseconds.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97180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971800"/>
            <a:ext cx="53492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13639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Unit rows + SKIP 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6616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Each unit is its own row. Buyers grab different rows in parallel — no hot-row lock queue.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617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4617720"/>
            <a:ext cx="534924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78231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UNIQUE(sale, customer)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21208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The database itself refuses a second unit for the same buyer, even if every cache fails.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Sequence: Buy Now → reservation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852" y="1435607"/>
            <a:ext cx="7425815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PAYMENT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Payment: authorize, then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498079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6028"/>
            <a:ext cx="7278623" cy="414890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132588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325880"/>
            <a:ext cx="338328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49047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Idempotency-Key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301752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Duplicate request → same stored answer, never a second charge.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01752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3017520"/>
            <a:ext cx="33832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8211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Fencing 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79"/>
            <a:ext cx="301752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Payment after TTL expiry fails the version check → auth voided.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709160"/>
            <a:ext cx="3383280" cy="16459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709160"/>
            <a:ext cx="33832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87375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Failure = release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03520"/>
            <a:ext cx="3017520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Declined payment returns the unit to the pool for the next buyer.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Order Service down for 30 s — nothing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8638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order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82800"/>
            <a:ext cx="7644383" cy="39153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32588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1325880"/>
            <a:ext cx="82296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435607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17444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events buffered in outbox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297180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2971800"/>
            <a:ext cx="82296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3081528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82036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orders created after restart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461772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4617720"/>
            <a:ext cx="82296" cy="14630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4727448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546628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lost · 0 duplicated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 · STATE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493776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te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54002"/>
            <a:ext cx="4718303" cy="217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0" y="1325880"/>
            <a:ext cx="59436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ate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589883"/>
            <a:ext cx="5724144" cy="25011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Class design, SOLID &amp;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8638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959" y="1435607"/>
            <a:ext cx="6139200" cy="48097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3716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Facade · CheckoutFacade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8288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Saga · CheckoutSaga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22860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Strategy · TokenPool,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7432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Adapter · Razorpay / Stripe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2004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Factory · PaymentProviderFactory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36576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Decorator · CircuitBreakerGateway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41148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State · OrderState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45720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Observer · OrderEventPublisher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50292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B82F6"/>
                </a:solidFill>
                <a:latin typeface="Segoe UI"/>
              </a:rPr>
              <a:t>Repository · UnitRepository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5778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SRP per service · OCP via new adapters · DIP: services depend on interfaces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Database design (PostgreSQL, 19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34928"/>
            <a:ext cx="10844784" cy="367958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806440"/>
            <a:ext cx="4169664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inventory_unit: one row per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55464" y="5806440"/>
            <a:ext cx="3694176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UNIQUE(sale_id, customer_id)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5806440"/>
            <a:ext cx="2505456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idempotency_record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329416" y="5806440"/>
            <a:ext cx="2980944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outbox_event (same TX)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447520" y="580644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EF4444"/>
                </a:solidFill>
                <a:latin typeface="Segoe UI"/>
              </a:rPr>
              <a:t>fencing_version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Proof: we simulated the exact test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3716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10,200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requests incl. 200 duplicates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417320"/>
            <a:ext cx="82296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ever reached Postgres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417320"/>
            <a:ext cx="8229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sold — exactly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417320"/>
            <a:ext cx="82296" cy="13716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415 /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invariant checks / violations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017520"/>
            <a:ext cx="630936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ier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127248"/>
            <a:ext cx="6053327" cy="302666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040880" y="3017520"/>
            <a:ext cx="4572000" cy="32461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1546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Same load, naive stock counter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57600"/>
            <a:ext cx="20116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F4444"/>
                </a:solidFill>
                <a:latin typeface="Segoe UI"/>
              </a:rPr>
              <a:t>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617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sold (oversold 550)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657600"/>
            <a:ext cx="20116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61772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sold with SALESTORM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2120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Max 1 charge per customer · 7 failed payments → 6 units resold · 100 orders recovered after the outage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WHAT BREAKS, AND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Stress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356616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500k req/s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CDN + L2 answer &gt;98%. The database only sees about a hundred writes.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17320"/>
            <a:ext cx="356616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Redis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Fall back to the DB token pool with a strict rate limit. Slower, still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41732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Gateway slow /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Circuit breaker opens, buyers wait in the queue, auths time out and get voided.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356616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Order Service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Outbox + Kafka hold events; idempotent replay on restart.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840480"/>
            <a:ext cx="3566160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Duplicate clicks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Idempotency-Key + UNIQUE constraint → same answer, one charge.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840480"/>
            <a:ext cx="356616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Late payment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Fencing version mismatch → void auth, unit stays with new owner.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JURY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"100 left, 10,000 click Buy Now" —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49039"/>
            <a:ext cx="10515600" cy="54864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35204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B82F6"/>
                </a:solidFill>
                <a:latin typeface="Segoe UI"/>
              </a:rPr>
              <a:t>0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Browser debounces; CDN serves page with SOLD_OUT=false</a:t>
            </a:r>
          </a:p>
        </p:txBody>
      </p:sp>
      <p:sp>
        <p:nvSpPr>
          <p:cNvPr id="13" name="Oval 12"/>
          <p:cNvSpPr/>
          <p:nvPr/>
        </p:nvSpPr>
        <p:spPr>
          <a:xfrm>
            <a:off x="3017520" y="35204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2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5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Gateway checks JWT, rate limit, Idempotency-Key</a:t>
            </a:r>
          </a:p>
        </p:txBody>
      </p:sp>
      <p:sp>
        <p:nvSpPr>
          <p:cNvPr id="18" name="Oval 17"/>
          <p:cNvSpPr/>
          <p:nvPr/>
        </p:nvSpPr>
        <p:spPr>
          <a:xfrm>
            <a:off x="4919472" y="35204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A78BFA"/>
                </a:solidFill>
                <a:latin typeface="Segoe UI"/>
              </a:rPr>
              <a:t>8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2544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3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Redis DECR: first 100 admitted, 9,900 get SOLD OUT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52044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20 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Postgres: SKIP LOCKED claims 100 distinct unit rows</a:t>
            </a:r>
          </a:p>
        </p:txBody>
      </p:sp>
      <p:sp>
        <p:nvSpPr>
          <p:cNvPr id="28" name="Oval 27"/>
          <p:cNvSpPr/>
          <p:nvPr/>
        </p:nvSpPr>
        <p:spPr>
          <a:xfrm>
            <a:off x="8723376" y="352044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F4444"/>
                </a:solidFill>
                <a:latin typeface="Segoe UI"/>
              </a:rPr>
              <a:t>~2 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6448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Authorize payment; 5% fail → units released &amp; resold</a:t>
            </a:r>
          </a:p>
        </p:txBody>
      </p:sp>
      <p:sp>
        <p:nvSpPr>
          <p:cNvPr id="33" name="Oval 32"/>
          <p:cNvSpPr/>
          <p:nvPr/>
        </p:nvSpPr>
        <p:spPr>
          <a:xfrm>
            <a:off x="10625328" y="352044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25328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Segoe UI"/>
              </a:rPr>
              <a:t>async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Outbox → Kafka → Order, capture, notify — even after outage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3774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Result: exactly 100 sold · nobody charged twice · every paid order delivered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4" name="Oval 3"/>
          <p:cNvSpPr/>
          <p:nvPr/>
        </p:nvSpPr>
        <p:spPr>
          <a:xfrm>
            <a:off x="8229600" y="3200400"/>
            <a:ext cx="6400800" cy="64008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9AA8C2"/>
                </a:solidFill>
                <a:latin typeface="Segoe UI"/>
              </a:rPr>
              <a:t>Caches can say </a:t>
            </a:r>
            <a:r>
              <a:rPr sz="2400" b="1">
                <a:solidFill>
                  <a:srgbClr val="EF4444"/>
                </a:solidFill>
                <a:latin typeface="Segoe UI"/>
              </a:rPr>
              <a:t>NO</a:t>
            </a:r>
            <a:r>
              <a:rPr sz="2400" b="0">
                <a:solidFill>
                  <a:srgbClr val="9AA8C2"/>
                </a:solidFill>
                <a:latin typeface="Segoe UI"/>
              </a:rPr>
              <a:t>. Only the database can say </a:t>
            </a:r>
            <a:r>
              <a:rPr sz="2400" b="1">
                <a:solidFill>
                  <a:srgbClr val="10B981"/>
                </a:solidFill>
                <a:latin typeface="Segoe UI"/>
              </a:rPr>
              <a:t>YES</a:t>
            </a:r>
            <a:r>
              <a:rPr sz="2400" b="0">
                <a:solidFill>
                  <a:srgbClr val="9AA8C2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github.com/sivaangayarkanni/SalesStrom-Ecommerce-platform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HLD · LLD · ER · OpenAPI · Postman · 8 ADRs · simulation · Locust · JMeter · Draw.io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9E0B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